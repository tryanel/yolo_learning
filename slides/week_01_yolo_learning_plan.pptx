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2BAE9E"/>
          </a:solidFill>
          <a:ln w="12700">
            <a:solidFill>
              <a:srgbClr val="2BAE9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6903720" y="777240"/>
            <a:ext cx="4480560" cy="4480560"/>
          </a:xfrm>
          <a:prstGeom prst="arc">
            <a:avLst/>
          </a:prstGeom>
          <a:noFill/>
          <a:ln w="101600">
            <a:solidFill>
              <a:srgbClr val="F9D271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EAD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WEEK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0700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YOLO 第一周学习计划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05740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本地轻量环境：先把工具链跑稳，再把训练交给云端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3035808"/>
            <a:ext cx="5257800" cy="2121408"/>
          </a:xfrm>
          <a:prstGeom prst="roundRect">
            <a:avLst>
              <a:gd name="adj" fmla="val 3448"/>
            </a:avLst>
          </a:prstGeom>
          <a:solidFill>
            <a:srgbClr val="10202A"/>
          </a:solidFill>
          <a:ln w="12700">
            <a:solidFill>
              <a:srgbClr val="2438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3035808"/>
            <a:ext cx="5257800" cy="320040"/>
          </a:xfrm>
          <a:prstGeom prst="rect">
            <a:avLst/>
          </a:prstGeom>
          <a:solidFill>
            <a:srgbClr val="172B35"/>
          </a:solidFill>
          <a:ln w="12700">
            <a:solidFill>
              <a:srgbClr val="172B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136392"/>
            <a:ext cx="4800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week01.local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7552" y="3538728"/>
            <a:ext cx="48006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yolo-learning-lab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.\.venv\Scripts\Activate.ps1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scripts/check_environment.py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02168" y="4617720"/>
            <a:ext cx="3310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目标不是训练模型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而是让学习仓库、Python 环境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和检查脚本进入可控状态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11312" y="56875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每天 45-60 分钟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424160" y="6355080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F766E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YOLO LEARNING LAB / WEEK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这一周只解决一件事：本地能稳定学习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353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不把弱电脑变成训练服务器，只让它成为清晰、可复现的学习工作台。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15568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10835640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423160"/>
            <a:ext cx="493776" cy="493776"/>
          </a:xfrm>
          <a:prstGeom prst="ellipse">
            <a:avLst/>
          </a:prstGeom>
          <a:solidFill>
            <a:srgbClr val="F36F45"/>
          </a:solidFill>
          <a:ln w="12700">
            <a:solidFill>
              <a:srgbClr val="F36F4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523744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9616" y="24048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装对 Python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99616" y="275234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确认不是 Windows Store 占位入口，能看到真实版本号。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5152" y="2423160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523744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24048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建虚拟环境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275234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YOLO 学习依赖和系统环境隔离，方便重装和排错。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58200" y="2423160"/>
            <a:ext cx="493776" cy="49377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523744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16568" y="2404872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跑检查脚本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16568" y="2752344"/>
            <a:ext cx="1947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记录版本、库和硬件状态。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35024" y="2670048"/>
            <a:ext cx="3063240" cy="0"/>
          </a:xfrm>
          <a:prstGeom prst="line">
            <a:avLst/>
          </a:prstGeom>
          <a:noFill/>
          <a:ln w="25400">
            <a:solidFill>
              <a:srgbClr val="D8CD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8928" y="2670048"/>
            <a:ext cx="3063240" cy="0"/>
          </a:xfrm>
          <a:prstGeom prst="line">
            <a:avLst/>
          </a:prstGeom>
          <a:noFill/>
          <a:ln w="25400">
            <a:solidFill>
              <a:srgbClr val="D8CD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37083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本周不追求：训练自定义模型、实时摄像头推理、部署在线服务。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87552" y="49194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这些会从第 4 周开始逐步交给 Colab、Ultralytics Platform 或 Hugging Face Spaces。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F766E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YOLO LEARNING LAB / WEEK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本地与云端的分工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353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第一周先把左侧做好，右侧只需要知道未来会用到。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15568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本地电脑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31152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云端资源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359152"/>
            <a:ext cx="4709160" cy="3063240"/>
          </a:xfrm>
          <a:prstGeom prst="rect">
            <a:avLst/>
          </a:prstGeom>
          <a:solidFill>
            <a:srgbClr val="E8F5F1"/>
          </a:solidFill>
          <a:ln w="12700">
            <a:solidFill>
              <a:srgbClr val="B6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2359152"/>
            <a:ext cx="4709160" cy="3063240"/>
          </a:xfrm>
          <a:prstGeom prst="rect">
            <a:avLst/>
          </a:prstGeom>
          <a:solidFill>
            <a:srgbClr val="FFF1E8"/>
          </a:solidFill>
          <a:ln w="12700">
            <a:solidFill>
              <a:srgbClr val="F4C5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752344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仓库管理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788920" y="2697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README、notes、assignments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143000" y="3374136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33192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轻量预测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2788920" y="33192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少量图片、nano 模型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1143000" y="3995928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39410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数据整理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2788920" y="3941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图片归档、dataset.yaml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1143000" y="4617720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45628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复盘记录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2788920" y="45628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错误案例、环境日志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949440" y="2752344"/>
            <a:ext cx="128016" cy="128016"/>
          </a:xfrm>
          <a:prstGeom prst="ellipse">
            <a:avLst/>
          </a:prstGeom>
          <a:solidFill>
            <a:srgbClr val="F36F45"/>
          </a:solidFill>
          <a:ln w="12700">
            <a:solidFill>
              <a:srgbClr val="F36F4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模型训练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595360" y="26974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Colab / Ultralytics Cloud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949440" y="3374136"/>
            <a:ext cx="128016" cy="128016"/>
          </a:xfrm>
          <a:prstGeom prst="ellipse">
            <a:avLst/>
          </a:prstGeom>
          <a:solidFill>
            <a:srgbClr val="F36F45"/>
          </a:solidFill>
          <a:ln w="12700">
            <a:solidFill>
              <a:srgbClr val="F36F4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33192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批量评估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8595360" y="33192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验证集、mAP、错误案例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949440" y="3995928"/>
            <a:ext cx="128016" cy="128016"/>
          </a:xfrm>
          <a:prstGeom prst="ellipse">
            <a:avLst/>
          </a:prstGeom>
          <a:solidFill>
            <a:srgbClr val="F36F45"/>
          </a:solidFill>
          <a:ln w="12700">
            <a:solidFill>
              <a:srgbClr val="F36F4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39410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在线 Demo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595360" y="39410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 Face Spaces / Roboflow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949440" y="4617720"/>
            <a:ext cx="128016" cy="128016"/>
          </a:xfrm>
          <a:prstGeom prst="ellipse">
            <a:avLst/>
          </a:prstGeom>
          <a:solidFill>
            <a:srgbClr val="F36F45"/>
          </a:solidFill>
          <a:ln w="12700">
            <a:solidFill>
              <a:srgbClr val="F36F4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45628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模型导出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8595360" y="456285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ONNX、API 或托管推理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669280" y="3200400"/>
            <a:ext cx="731520" cy="685800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715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Week 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74520" y="5705856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先完成本地侧闭环；训练与部署不用在这一周硬做。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F766E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YOLO LEARNING LAB / WEEK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7 天安排：每天一个小闭环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353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每天只留一个主任务，结束时都要有一个可保存的证据。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15568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2907792"/>
            <a:ext cx="10405872" cy="0"/>
          </a:xfrm>
          <a:prstGeom prst="line">
            <a:avLst/>
          </a:prstGeom>
          <a:noFill/>
          <a:ln w="19050">
            <a:solidFill>
              <a:srgbClr val="CFC3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624328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8892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8952" y="34564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确认 Python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395020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版本号、安装路径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2368296" y="2624328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68296" y="278892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58568" y="34564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创建虚拟环境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67128" y="395020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.venv 可激活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3867912" y="2624328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278892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58184" y="34564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安装依赖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66744" y="395020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requirements 跑完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5367528" y="2624328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7528" y="278892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57800" y="34564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跑环境检查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395020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保存输出记录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867144" y="2624328"/>
            <a:ext cx="566928" cy="5669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67144" y="278892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57416" y="34564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认识仓库结构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65976" y="395020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知道文件放哪里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8366760" y="2624328"/>
            <a:ext cx="566928" cy="5669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278892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57032" y="34564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补最小 Python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65592" y="395020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变量、函数、路径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9866376" y="2624328"/>
            <a:ext cx="566928" cy="566928"/>
          </a:xfrm>
          <a:prstGeom prst="ellipse">
            <a:avLst/>
          </a:prstGeom>
          <a:solidFill>
            <a:srgbClr val="F36F45"/>
          </a:solidFill>
          <a:ln w="12700">
            <a:solidFill>
              <a:srgbClr val="F36F4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66376" y="278892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756648" y="34564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复盘与排错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65208" y="395020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week_01.md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914400" y="51389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6F4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节奏建议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938528" y="5138928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 45-60 分钟。遇到安装问题时，先记录现象和命令输出，不急着跳到训练。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F766E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YOLO LEARNING LAB / WEEK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环境搭建命令：一行一行跑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353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 Python 入口，再创建隔离环境，最后运行检查脚本。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15568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4672" y="1883664"/>
            <a:ext cx="5623560" cy="3547872"/>
          </a:xfrm>
          <a:prstGeom prst="roundRect">
            <a:avLst>
              <a:gd name="adj" fmla="val 2062"/>
            </a:avLst>
          </a:prstGeom>
          <a:solidFill>
            <a:srgbClr val="10202A"/>
          </a:solidFill>
          <a:ln w="12700">
            <a:solidFill>
              <a:srgbClr val="2438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883664"/>
            <a:ext cx="5623560" cy="320040"/>
          </a:xfrm>
          <a:prstGeom prst="rect">
            <a:avLst/>
          </a:prstGeom>
          <a:solidFill>
            <a:srgbClr val="172B35"/>
          </a:solidFill>
          <a:ln w="12700">
            <a:solidFill>
              <a:srgbClr val="172B3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84248"/>
            <a:ext cx="5166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42416" y="2386584"/>
            <a:ext cx="516636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where.exe python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.\.venv\Scripts\Activate.ps1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-U pip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scripts/check_environment.py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39712" y="2112264"/>
            <a:ext cx="50292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9792" y="19933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看见版本号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79792" y="23774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如果只有 WindowsApps 路径，多半是商店占位入口。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839712" y="3163824"/>
            <a:ext cx="50292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9792" y="3044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激活 .venv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79792" y="34290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命令行前面出现 (.venv) 后再安装依赖。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839712" y="4215384"/>
            <a:ext cx="50292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9792" y="4096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保存输出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79792" y="4480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把检查结果放进 notes/week_01.md。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6839712" y="53218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766E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本页是第一周最重要的操作页。跑不通也没关系，问题记录本身就是本周产物。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F766E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YOLO LEARNING LAB / WEEK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够用的 Python：只学会读懂脚本入口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353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第一周不学算法，只补能运行脚本、改参数、看路径的能力。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15568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90195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8882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变量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93392" y="19293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model_path = "yolo11n.pt"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93392" y="2377440"/>
            <a:ext cx="4023360" cy="0"/>
          </a:xfrm>
          <a:prstGeom prst="line">
            <a:avLst/>
          </a:prstGeom>
          <a:noFill/>
          <a:ln w="10160">
            <a:solidFill>
              <a:srgbClr val="E1D6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0195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36F45"/>
          </a:solidFill>
          <a:ln w="12700">
            <a:solidFill>
              <a:srgbClr val="F36F4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98882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函数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88352" y="19293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88352" y="2377440"/>
            <a:ext cx="4023360" cy="0"/>
          </a:xfrm>
          <a:prstGeom prst="line">
            <a:avLst/>
          </a:prstGeom>
          <a:noFill/>
          <a:ln w="10160">
            <a:solidFill>
              <a:srgbClr val="E1D6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95351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4038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列表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93392" y="298094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 = ["phone", "cup"]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93392" y="3429000"/>
            <a:ext cx="4023360" cy="0"/>
          </a:xfrm>
          <a:prstGeom prst="line">
            <a:avLst/>
          </a:prstGeom>
          <a:noFill/>
          <a:ln w="10160">
            <a:solidFill>
              <a:srgbClr val="E1D6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95351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36F45"/>
          </a:solidFill>
          <a:ln w="12700">
            <a:solidFill>
              <a:srgbClr val="F36F4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04038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字典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88352" y="298094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= {"map50": 0.72}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88352" y="3429000"/>
            <a:ext cx="4023360" cy="0"/>
          </a:xfrm>
          <a:prstGeom prst="line">
            <a:avLst/>
          </a:prstGeom>
          <a:noFill/>
          <a:ln w="10160">
            <a:solidFill>
              <a:srgbClr val="E1D6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0507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9194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路径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93392" y="403250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Path('data/samples')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93392" y="4480560"/>
            <a:ext cx="4023360" cy="0"/>
          </a:xfrm>
          <a:prstGeom prst="line">
            <a:avLst/>
          </a:prstGeom>
          <a:noFill/>
          <a:ln w="10160">
            <a:solidFill>
              <a:srgbClr val="E1D6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400507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36F45"/>
          </a:solidFill>
          <a:ln w="12700">
            <a:solidFill>
              <a:srgbClr val="F36F4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09194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参数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88352" y="403250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argparse.ArgumentParser()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88352" y="4480560"/>
            <a:ext cx="4023360" cy="0"/>
          </a:xfrm>
          <a:prstGeom prst="line">
            <a:avLst/>
          </a:prstGeom>
          <a:noFill/>
          <a:ln w="10160">
            <a:solidFill>
              <a:srgbClr val="E1D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53212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检查自己是否够用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2651760" y="553212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能打开 `scripts/check_environment.py`，大概说出每一段在检查什么，就达标了。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F766E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YOLO LEARNING LAB / WEEK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本周作业：交付环境证据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353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不交模型文件，交一份能复盘的环境记录。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15568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84708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89888" y="1947672"/>
            <a:ext cx="9052560" cy="0"/>
          </a:xfrm>
          <a:prstGeom prst="line">
            <a:avLst/>
          </a:prstGeom>
          <a:noFill/>
          <a:ln w="10160">
            <a:solidFill>
              <a:srgbClr val="E0D5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18470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运行环境检查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9080" y="184708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scripts/check_environment.py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14400" y="25968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89888" y="2697480"/>
            <a:ext cx="9052560" cy="0"/>
          </a:xfrm>
          <a:prstGeom prst="line">
            <a:avLst/>
          </a:prstGeom>
          <a:noFill/>
          <a:ln w="10160">
            <a:solidFill>
              <a:srgbClr val="E0D5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68" y="2596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保存关键输出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259689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/ Torch / Ultralytics / CUDA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14400" y="334670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89888" y="3447288"/>
            <a:ext cx="9052560" cy="0"/>
          </a:xfrm>
          <a:prstGeom prst="line">
            <a:avLst/>
          </a:prstGeom>
          <a:noFill/>
          <a:ln w="10160">
            <a:solidFill>
              <a:srgbClr val="E0D5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72768" y="33467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写学习复盘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69080" y="33467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notes/week_01.md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14400" y="40965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6F4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89888" y="4197096"/>
            <a:ext cx="9052560" cy="0"/>
          </a:xfrm>
          <a:prstGeom prst="line">
            <a:avLst/>
          </a:prstGeom>
          <a:noFill/>
          <a:ln w="10160">
            <a:solidFill>
              <a:srgbClr val="E0D5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72768" y="4096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列出阻塞问题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69080" y="40965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错误信息、已尝试命令、下一步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5193792"/>
            <a:ext cx="9326880" cy="658368"/>
          </a:xfrm>
          <a:prstGeom prst="rect">
            <a:avLst/>
          </a:prstGeom>
          <a:solidFill>
            <a:srgbClr val="E8F5F1"/>
          </a:solidFill>
          <a:ln w="12700">
            <a:solidFill>
              <a:srgbClr val="B6DD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5404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通过标准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67712" y="5404104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你能解释虚拟环境的作用，也知道当前电脑适合本地轻量测试还是需要云端训练。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" y="6583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完成定义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1325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第一周结束时，你不需要有模型成果。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17627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你只需要有一个可复现的学习环境、一份环境记录，以及继续进入第 2 周的信心。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" y="3227832"/>
            <a:ext cx="109728" cy="109728"/>
          </a:xfrm>
          <a:prstGeom prst="ellipse">
            <a:avLst/>
          </a:prstGeom>
          <a:solidFill>
            <a:srgbClr val="2BAE9E"/>
          </a:solidFill>
          <a:ln w="12700">
            <a:solidFill>
              <a:srgbClr val="2BAE9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200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入口正确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657600"/>
            <a:ext cx="109728" cy="109728"/>
          </a:xfrm>
          <a:prstGeom prst="ellipse">
            <a:avLst/>
          </a:prstGeom>
          <a:solidFill>
            <a:srgbClr val="2BAE9E"/>
          </a:solidFill>
          <a:ln w="12700">
            <a:solidFill>
              <a:srgbClr val="2BAE9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630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.venv 可激活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4087368"/>
            <a:ext cx="109728" cy="109728"/>
          </a:xfrm>
          <a:prstGeom prst="ellipse">
            <a:avLst/>
          </a:prstGeom>
          <a:solidFill>
            <a:srgbClr val="2BAE9E"/>
          </a:solidFill>
          <a:ln w="12700">
            <a:solidFill>
              <a:srgbClr val="2BAE9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0599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依赖安装有记录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" y="4517136"/>
            <a:ext cx="109728" cy="109728"/>
          </a:xfrm>
          <a:prstGeom prst="ellipse">
            <a:avLst/>
          </a:prstGeom>
          <a:solidFill>
            <a:srgbClr val="2BAE9E"/>
          </a:solidFill>
          <a:ln w="12700">
            <a:solidFill>
              <a:srgbClr val="2BAE9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4897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check_environment.py 已运行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" y="4946904"/>
            <a:ext cx="109728" cy="109728"/>
          </a:xfrm>
          <a:prstGeom prst="ellipse">
            <a:avLst/>
          </a:prstGeom>
          <a:solidFill>
            <a:srgbClr val="2BAE9E"/>
          </a:solidFill>
          <a:ln w="12700">
            <a:solidFill>
              <a:srgbClr val="2BAE9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919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notes/week_01.md 已写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097280"/>
            <a:ext cx="3154680" cy="438912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572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6F4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下一周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9328" y="1938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目标检测基础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57616" y="2697480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开始理解 bounding box、confidence、IoU、mAP，以及模型为什么会漏检或误检。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57616" y="448056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4567428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READY FOR WEEK 02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469880" y="61447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7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YOLO Learning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 第一周学习计划</dc:title>
  <dc:subject>第一周学习计划：本地轻量环境</dc:subject>
  <dc:creator>Codex</dc:creator>
  <cp:lastModifiedBy>Codex</cp:lastModifiedBy>
  <cp:revision>1</cp:revision>
  <dcterms:created xsi:type="dcterms:W3CDTF">2026-05-16T11:33:57Z</dcterms:created>
  <dcterms:modified xsi:type="dcterms:W3CDTF">2026-05-16T11:33:57Z</dcterms:modified>
</cp:coreProperties>
</file>